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ARCHITECTURAL DEFENSE &amp; CAPSTONE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ApexBlog: Next-Gen Full-Stack Publishing &amp; Community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content platform featuring RBAC security, reader article authoring, multi-level threaded discussions, binary likes, and administrative governance.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4754880"/>
            <a:ext cx="100584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84632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Engineering Lead   |  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Express, SQLite (node:sqlite WAL), Vanilla CSS &amp; JS, Playwright E2E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Sanjanaramanahalli/blogapp   |  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Zero-Framework Vanilla Core, Embedded ACID Database, Strict RBAC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Web Dilemma: Over-Engineering vs. Reliability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Common Industry Pitfalls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Bloated Client Bundles: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500KB+ framework bundles slow down LCP and mobile time-to-interactive.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Orphaned Records &amp; Data Leaks: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Deleting blogs or parent comments leaves orphaned rows without database cascade rules.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Counter Concurrency Bugs: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Like counters prone to race conditions and duplicate increments.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Leaky Access Controls: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Lack of fine-grained author ownership vs administrative governance.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493776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ApexBlog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237744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Zero-Framework Vanilla Architecture: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Pure HTML5, CSS tokens, and vanilla JS delivering instant sub-second LCP.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Foreign Key ON DELETE CASCADE: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Atomic cascade deletion directly enforced by SQLite engine.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Idempotent Binary Likes: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Enforced via UNIQUE(blog_id, user_id) database constraint.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Granular Layered RBAC: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Server-level requireAuth, requireAdmin, and requireOwnerOrAdmin guards.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&amp; Delineated Capabilities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0040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The Administrator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 &amp; Governance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Oversees all published and draft articles platform-wide.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Creates, edits, unpublishes, or deletes any blog with cascade safety.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Interacts directly: Likes, Comments, and Shares from the Admin Dashboard.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Cross-post moderation to remove spam comments and manage user accounts.
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320040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The Registered Reader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Thinker &amp; Contributor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26517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Writes and publishes technical insights via the dedicated /write studio.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Maintains strict ownership: can edit and delete own articles.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Expresses positive sentiment through one-click binary likes.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Participates in threaded multi-level discussions with author editing rights.
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80960" y="1645920"/>
            <a:ext cx="320040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The Anonymous Visitor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Browser &amp; Reader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0" y="26517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Blazing-fast read-only access to published articles and discussions.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Full-text search by title/body, dynamic category chips, and tag filtering.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dark/light theme switching with zero page flicker.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Guided seamlessly to authenticate when attempting to like or comment.
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Boundary Design &amp;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241280" cy="123444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Presentation Tier (Client Browser)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structure, custom CSS token system (Glassmorphism, CSS variables, dark/light themes), and vanilla JS controllers (api.js, admin.js, write.js, comments.js). Zero runtime framework dependency.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241280" cy="1234440"/>
          </a:xfrm>
          <a:prstGeom prst="rect">
            <a:avLst/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461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Application &amp; API Gateway (Node.js / Express)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6118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routing with modular route separation. Middleware handles JWT extraction, granular RBAC (requireAuth, requireAdmin, requireOwnerOrAdmin), Multer media uploads, and HTML sanitization.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10241280" cy="123444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7091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Data Persistence Tier (Embedded SQLite WAL Mode)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0749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node:sqlite DatabaseSync driver. Write-Ahead Logging (WAL) mode enables concurrent non-blocking reads. Strict foreign keys with ON DELETE CASCADE and unique indexes on likes and slugs.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Platform Capabilities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Full-Stack Blog Authoring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vs. Published lifecycle states, automated slugification, rich text HTML sanitization, and cover image file upload.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Discovery &amp; Multi-Taxonomy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2148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keyword search, dynamic category pills with live post counts, popular tag badges, and responsive article grid.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Binary Idempotent Likes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611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Single-click like/unlike toggle with instant reactive count updates, authenticated persistence, and database UNIQUE protection.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10896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Recursive Nested Discussions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Infinite-depth replies, author-specific editing with (edited) timestamp indicators, and atomic cascade branch deletion.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Admin Control Center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074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overview analytics, full article management, reader account oversight, and cross-post comment moderation.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457200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Direct Link &amp; Social Sharing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5074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clipboard link copying, Twitter/X, LinkedIn, Email integration, and native device Web Share API support.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CONTROLS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Dashboard: Create, Delete, Like, Comment, Share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&amp; Edit Articles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modal featuring local image upload (&lt;5MB, MIME validated), rich formatting toolbar, category checkboxes, tag inputs, and instant draft/publish toggling.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029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Cascade Deletion of Articles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safeguard modal preventing accidental loss. Deleting an article triggers database-level cascade removal of all comments, nested replies, and likes.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029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Direct Like, Comment &amp; Share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directly like articles from the table, open discussion streams to comment with an official administrator badge, and copy or share links to social networks.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840480"/>
            <a:ext cx="5029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Moderation &amp; User Oversight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moderation table to review and delete inappropriate reader comments, inspect user accounts, and manage system profile credentials.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Publishing: Write Studio, Likes &amp; Discussions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24128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Dedicated Writer Studio (/write)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Decentralized Publishing: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readers can author and publish technical articles directly from the dedicated /write interface.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 Ownership Security: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via requireOwnerOrAdmin middleware—only the original author or system admin can modify or delete a post.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Author Workflow: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Rich-text editing, cover image uploading, multi-category chips, tags, and draft/publish controls.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49377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Binary Like Mechanics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can like each article once. Clicking toggles state with instant UI counter update, validated by backend database constraints.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3840480"/>
            <a:ext cx="49377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Threaded Discussions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4480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nested conversation tree. Readers can edit their comments with (edited) badges and delete comments with branch cascade cleanup.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&amp; Cascade Referential Integrity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241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347472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/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Relationships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 Integrity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 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(Unique email constraint)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Deleting user cascades all comments and likes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 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author_id REFERENCES users(id)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Deleting blog cascades comments, likes, tags, 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 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blog_id REF blogs, parent_id REF comments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Deleting parent comment cascades all nested replies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 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blog_id REF blogs, user_id REF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UNIQUE(blog_id, user_id) guarantees binary idempotency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 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via blog_categories many-to-many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Deleting category unlinks blogs without deleting 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 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via blog_tags many-to-many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tag creation and taxonomy association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2412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9456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 Visitor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Reader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Administrator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 Published Blogs &amp;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Full Articles &amp; View Likes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&amp; Publish Blog (/write)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Redirect to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(Self)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(All)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/ Unlike Articles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Modal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Comments &amp; Nested Replies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Modal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/ Delete Own Post or Comment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Forbidden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(Own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(Any)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Platform Discussions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Forbidden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Forbidden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(Global)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Admin Control Center (/admin)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Redirect / 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Redirect / 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SEO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Zero-Framework Architecture: Speed, Simplicity, Scale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4231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Overhead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React, Vue, or Angular bundle runtime. Pure vanilla browser APIs.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4231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40ms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Byte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4747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SQLite in-process execution eliminates remote network hops.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1645920"/>
            <a:ext cx="24231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8076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Reliability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34747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mode prevents reader-writer locks and guarantees safe transactions.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49640" y="1645920"/>
            <a:ext cx="24231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68680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4747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(&lt;article&gt;, &lt;time&gt;), meta tags, and high accessibility.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GATE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Testing with Playwright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241280" cy="109728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100% Test Pass Rate Across Multi-Tier E2E Suites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through automated headless Chromium browser testing using Playwright CLI, verifying all positive paths and negative security constraints.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5029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Publishing &amp; Admin Interactions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3154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Passed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520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Admin Like/Comment/Share, Admin Create/Delete, Reader /write publishing, and Reader Like/Comment.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3017520"/>
            <a:ext cx="5029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Governance &amp; User Moderation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0" y="3154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 Passed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3520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overview metrics, user deletion cascade, comment moderation, and status toggling.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5029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RBAC Enforcement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Passed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5074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reader login, admin dashboard guard, registration validation, and guest protection.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4572000"/>
            <a:ext cx="50292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Discussions, Likes &amp; Cascade Lifecycles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0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Passed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5074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binary like toggle, multi-level threaded replies, and recursive cascade deletion.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114800" cy="3200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&amp; DEFENSE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Roadmap &amp;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Architecture &amp; Engineering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Public Discovery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http://localhost:3000, toggle themes, search "microservices", and test category filter chips.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02920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Reader Publishing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2148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john@reader.com, click "✍️ Write", compose and publish a post, view rendered article.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502920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Community Engagement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703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❤️ to like, post a top-level discussion comment, and reply to create a nested thread.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3200400"/>
            <a:ext cx="502920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Admin Dashboard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703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admin@blog.com, like/comment/share from table, moderate comments, and test cascade deletion.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10241280" cy="1097280"/>
          </a:xfrm>
          <a:prstGeom prst="rect">
            <a:avLst/>
          </a:prstGeom>
          <a:solidFill>
            <a:srgbClr val="1E1B4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1663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Open for Technical Evaluation &amp; Architecture Defense Q&amp;A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553212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ApexBlog Capstone Architecture • Zero-Framework Full-Stack Excellence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ApexBlog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ApexBlog: Architecture &amp; Engineering Presentation Deck</dc:title>
  <dc:subject>PptxGenJS Presentation</dc:subject>
  <dc:creator>Senior Full-Stack Engineering Lead</dc:creator>
  <cp:lastModifiedBy>Senior Full-Stack Engineering Lead</cp:lastModifiedBy>
  <cp:revision>1</cp:revision>
  <dcterms:created xsi:type="dcterms:W3CDTF">2026-09-08T07:17:18Z</dcterms:created>
  <dcterms:modified xsi:type="dcterms:W3CDTF">2026-09-08T07:17:18Z</dcterms:modified>
</cp:coreProperties>
</file>